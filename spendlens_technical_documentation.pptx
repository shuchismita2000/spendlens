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1005840" cy="0"/>
          </a:xfrm>
          <a:prstGeom prst="line">
            <a:avLst/>
          </a:prstGeom>
          <a:noFill/>
          <a:ln w="25400">
            <a:solidFill>
              <a:srgbClr val="5FC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Marketing Mix Model — System Architecture, Algorithms &amp; Interfaces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43484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 · scikit-learn · scipy · pandas · numpy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(configs/model_config.yaml)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 (model), JSON (reports, run history)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+ Plotly, or static HTML/CSS/JS (Chart.js)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011680" cy="1234440"/>
          </a:xfrm>
          <a:prstGeom prst="roundRect">
            <a:avLst>
              <a:gd name="adj" fmla="val 4444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73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B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data/raw/*.csv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src/data/load_data.py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src/data/preprocess.py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06040" y="1600200"/>
            <a:ext cx="228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600200"/>
            <a:ext cx="2011680" cy="1234440"/>
          </a:xfrm>
          <a:prstGeom prst="roundRect">
            <a:avLst>
              <a:gd name="adj" fmla="val 4444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673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B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src/features/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adstock.py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saturation.py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build_features.py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228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74920" y="1600200"/>
            <a:ext cx="2011680" cy="1234440"/>
          </a:xfrm>
          <a:prstGeom prst="roundRect">
            <a:avLst>
              <a:gd name="adj" fmla="val 4444"/>
            </a:avLst>
          </a:prstGeom>
          <a:solidFill>
            <a:srgbClr val="5FC9C0"/>
          </a:solidFill>
          <a:ln w="12700">
            <a:solidFill>
              <a:srgbClr val="5FC9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673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src/models/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6636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E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cv_utils.py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A0E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A0E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86600" y="1600200"/>
            <a:ext cx="228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1600200"/>
            <a:ext cx="2011680" cy="1234440"/>
          </a:xfrm>
          <a:prstGeom prst="roundRect">
            <a:avLst>
              <a:gd name="adj" fmla="val 4444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673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B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src/optimization/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0664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budget_optimizer.py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0" y="1600200"/>
            <a:ext cx="228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55480" y="1600200"/>
            <a:ext cx="2011680" cy="1234440"/>
          </a:xfrm>
          <a:prstGeom prst="roundRect">
            <a:avLst>
              <a:gd name="adj" fmla="val 4444"/>
            </a:avLst>
          </a:prstGeom>
          <a:solidFill>
            <a:srgbClr val="121822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673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B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src/monitoring/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4692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drift_check.py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scripts/weekly_retrain.py orchestrates all five stages end-to-end on a schedule; configs/model_config.yaml is the single source of truth every module reads (paths, channel bounds, CV settings, drift threshold).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3794760"/>
            <a:ext cx="10972800" cy="2331720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922776"/>
            <a:ext cx="10607040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scripts/weekly_retrain.py — orchestration order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simulate_new_week(cfg)          # (demo only; real deploy = data pull)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 = run_search(cfg)      # train_model.py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save_artifact(artifact, cfg)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run_evaluation(cfg)             # evaluate.py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check_drift(cfg)                # drift_check.py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optimize_budget(artifact, cfg)  # budget_optimizer.py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Architecture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572000"/>
          </a:xfrm>
          <a:prstGeom prst="roundRect">
            <a:avLst>
              <a:gd name="adj" fmla="val 1200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28216"/>
            <a:ext cx="10607040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spendlens-mmm/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data/{raw,processed,external}/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notebooks/            01_eda · 02_feature_engineering · 03_model_validation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src/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data/              load_data.py, preprocess.py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features/          adstock.py, saturation.py, build_features.py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models/            cv_utils.py, train_model.py, evaluate.py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optimization/      budget_optimizer.py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monitoring/        drift_check.py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configs/model_config.yaml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outputs/{plots,reports,model_artifacts}/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scripts/weekly_retrain.py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dashboard/            app.py, data_bridge.py, chatbot.py  (Streamlit)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spendlens-web/        index.html, console.html, eda.html  (static build)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 SCHEMA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— core, target &amp; media columns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6400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week_start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week start (Monday)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week_idx / month / week_of_year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index + calendar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units_sold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MODEL TARGET (see slide 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/ revenue / avg_order_value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sales decomposition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spend_{meta,google,influencer,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email_sms,affiliate,tv_ooh}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media channels — model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impressions_*, clicks_*, ctr_*, cpc_*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quality diagnostics (not model features)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Data Schema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 SCHEMA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— controls &amp; ops signals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as model feature?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avg_price, discount_rate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continuous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price/promo effect from media effect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consumer_confidence,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category_search_index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continuous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Exogenous macro/category demand, NOT caused by this brand's 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festive_flag, payday_week,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sale_event_flag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binary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events independent of 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stock_out_flag, delivery_delay_flag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binary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constraints that suppress demand/inflate returns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website_sessions,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branded_search_index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diagnostic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Mediators: partly CAUSED by media spend → post-treatment bias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Data Schema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src/data — load_data.py &amp; preprocess.py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498348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load_data.py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load_config(path) -&gt; dict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load_raw_data(path, config) -&gt; pd.DataFrame   # validates required cols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load_calendar_events(path, config) -&gt; pd.DataFrame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load_processed_data(path, config) -&gt; pd.DataFrame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82496"/>
            <a:ext cx="498348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preprocess.py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check_weekly_continuity(df)        # raises on gaps/dupes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clip_impossible_values(df)         # neg spend, &gt;100% rates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cross_check_festive_flag(df, cal)  # flags mismatch, doesn't overwrite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preprocess(config) -&gt; pd.DataFrame # → data/processed/modeling_dataset.csv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preprocessing is a separate, inspectable artifact from feature engineering — “where did this number come from” should always be answerable by reading one file.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43484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46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continuity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Raises ValueError on any non-7-day gap or duplicate 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clipping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spend/units/price → 0; rate columns clipped to [0,100]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cross-check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festive_flag vs. external calendar → mismatch flagged, not auto-corrected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Data Pipeline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src/features/adstock.py — GeometricAdstock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2011680"/>
          </a:xfrm>
          <a:prstGeom prst="roundRect">
            <a:avLst>
              <a:gd name="adj" fmla="val 2727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GeometricAdstock(BaseEstimator, TransformerMixin):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lambdas=0.3): ...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fit(self, X, y=None): return self      # stateless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transform(self, X) -&gt; np.ndarray: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adstocked[t] = X[t] + lambda * adstocked[t-1]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per-column lambda via dict{col_idx: float} or scalar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74904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adstocked(t) depends only on spend(0..t) — safe to compute over full history before CV splitting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per channel, bounds [0.02, 0.85] in randomized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 contract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BaseEstimator + TransformerMixin → composable in Pipeline/ColumnTransformer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O(n_weeks × n_channels), single forward pass, no vectorized shortcut (sequential recurrence)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Feature Engineering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src/features/saturation.py — HillSaturation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737360"/>
          </a:xfrm>
          <a:prstGeom prst="roundRect">
            <a:avLst>
              <a:gd name="adj" fmla="val 3158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HillSaturation(BaseEstimator, TransformerMixin):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k=100000.0, s=1.5): ...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transform(self, X) -&gt; np.ndarray: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sat(a) = a^s / (a^s + k^s), per-column k, 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output UNSCALED — ceiling absorbed by ElasticNet coef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52044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943600"/>
                <a:gridCol w="3657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bounds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Half-saturation point (adstocked-spend at 50% max response)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[0.15, 0.85] × channel's own max observed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Steepness of the diminishing-returns knee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[1.0, 3.0]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4709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unscaled: keeps the transformer stateless (2 params/channel instead of 3), reducing the joint search space — magnitude is recovered by the linear coefficient downstream.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Feature Engineering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src/features/build_features.py — output contract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27432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add_cyclical_features(df) -&gt; df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month_sin/cos, week_sin/cos — Dec/Jan adjacency for a linear model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build_feature_matrix(processed_df, config) -&gt;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'X': pd.DataFrame,        # channel_cols + control_cols, fixed order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'y': pd.Series,           # units_sold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'channel_cols': list,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'control_cols': list,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'meta': pd.DataFrame,     # week_start, week_idx (for reporting)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4480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adstock/saturation are NOT applied here. They live inside the model Pipeline (train_model.py) because their parameters are tuned jointly with the ElasticNet penalty by the same search — applying them here would freeze those parameters before the search starts.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Feature Engineering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src/models/cv_utils.py — expanding_window_splits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600200"/>
          </a:xfrm>
          <a:prstGeom prst="roundRect">
            <a:avLst>
              <a:gd name="adj" fmla="val 3429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expanding_window_splits(n_samples, min_train_weeks, n_splits):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train = [0, train_end)  — strict prefix, never shuffled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test  = next contiguous block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train_end grows every fold; guarantees fold 1 has &gt;= min_train_weeks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[(train_idx, test_idx), ...]   # n_splits tuples of np.ndarray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38328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029200"/>
                <a:gridCol w="4572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[0:52]  (52 wks)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[52:67]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[0:67]  (67 wks)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[67:82]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[0:82]  (82 wks)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[82:97]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[0:97]  (97 wks)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[97:112]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[0:112] (112 wks)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[112:130]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cross_validation.min_train_weeks=52, n_splits=5, gap=0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Validation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src/models/train_model.py — joint search algorithm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3246120"/>
          </a:xfrm>
          <a:prstGeom prst="roundRect">
            <a:avLst>
              <a:gd name="adj" fmla="val 1690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range(n_iter):                        # 150 iterations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 = sample_hyperparams(rng, config)    # λ, k, s per channel; alpha, l1_ratio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media = transform_media(spend, params)      # adstock → saturation, FULL history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hstack([media, controls])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train_idx, test_idx in cv_splits:       # expanding-window folds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scaler.fit(X[train_idx])                # fold-scoped scaling only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ElasticNet(alpha, l1_ratio).fit(X_train_scaled, y_train)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= r2_score(y_test, model.predict(X_test_scaled))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 best-by-mean-CV-R2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refit best params on FULL data → production artifact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4983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loop, not GridSearchCV/RandomizedSearchCV: those don't cleanly support per-channel dict-valued hyperparameters (6 λ's, 6 k's, 6 s's). The manual loop keeps every sampled/scored/kept value inspectable.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Validation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src/models/evaluate.py — recovered-vs-true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2377440"/>
          </a:xfrm>
          <a:prstGeom prst="roundRect">
            <a:avLst>
              <a:gd name="adj" fmla="val 2308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compare_adstock(artifact, ground_truth) -&gt; DataFrame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per-channel: true_lambda, fitted_lambda, abs_error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compare_saturation_shape(artifact, ground_truth) -&gt; DataFrame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correlation of true vs. fitted Hill curve over a common spend grid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(shape correlation, NOT absolute k — k is search-space-relative)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holdout_diagnostics(artifact, config) -&gt; dict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actual vs. predicted units_sold, full-history refit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6052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858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outputs/reports/recovery_report.json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adstock_recovery[], saturation_shape_recovery[], cv_metrics, in_sample_mape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outputs/reports/holdout_diagnostics.json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week_start[], actual[], predicted[], residual[]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Validation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MONITORING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src/monitoring/drift_check.py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2148840"/>
          </a:xfrm>
          <a:prstGeom prst="roundRect">
            <a:avLst>
              <a:gd name="adj" fmla="val 2553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check_drift(config) -&gt; dict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prev_run, curr_run = run_history[-2], run_history[-1]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channel in config.channels:             # MEDIA channels only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pct_change = (curr_coef - prev_coef) / abs(prev_coef)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flagged = abs(pct_change) &gt; threshold    # default 0.25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flag_level = 'red' if abs(pct_change) &gt; threshold*1.6 else 'yellow'/'green'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outputs/reports/drift_report.json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97764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809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to media channels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coefficients (price, seasonality) sit near zero — tiny absolute moves produce meaningless % swings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overwrites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run_history.json appends every run — drift check always has a real prior to compare 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drift.coefficient_pct_change_threshold in model_config.yaml, default 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Monitoring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src/optimization/budget_optimizer.py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92024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compute_last_carry(artifact, config) -&gt; dict       # adstock carry-forward per channel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predicted_contribution(spend_next_week, artifact, last_carry) -&gt; dict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optimize_budget(artifact, config, total_budget) -&gt; dict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minimize(neg_total_contribution, x0, method='SLSQP',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bounds=[(min_i, max_i) for each channel],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constraints=[{'type':'eq', 'fun': sum(x) - budget}])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3657600"/>
            <a:ext cx="10972800" cy="1234440"/>
          </a:xfrm>
          <a:prstGeom prst="roundRect">
            <a:avLst>
              <a:gd name="adj" fmla="val 4444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785616"/>
            <a:ext cx="1060704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  Σ coef_i · sat_i( adstock_i(spend_i) 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to Σ spend_i = total_budget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min_i ≤ spend_i ≤ max_i          (configs/model_config.yaml)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5074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Concavity: Hill saturation composed with a positive linear coefficient is concave → SLSQP converges reliably without a global optimizer. Client-side (no Python) reimplementation: marginal-utility water-filling in spendlens-web/js/console.js — mathematically equivalent for this separable concave objective.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Optimization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configs/model_config.yaml — key sections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206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units_sold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channels[]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spend_col, min_weekly_spend, max_weekly_spend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channels, per-channel bounds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continuous[], binary[]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continuous + 5 binary (mediators excluded)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cross_validation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n_splits, min_train_weeks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hyperparameter_search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n_iter, *_bounds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iterations, per-param bounds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coefficient_pct_change_threshold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method, default_weekly_budget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SLSQP, ₹460,000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D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every module (features, training, optimization, monitoring, dashboard) reads this file — no hardcoded bounds/thresholds in code.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Configuration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PRESENTATION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dashboard/data_bridge.py — shared computation layer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2377440"/>
          </a:xfrm>
          <a:prstGeom prst="roundRect">
            <a:avLst>
              <a:gd name="adj" fmla="val 2308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load_everything() -&gt; (config, artifact, processed_df, reports, run_history)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per_channel_weekly_contribution(artifact, processed) -&gt; DataFrame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units_{channel}, revenue_{channel} per week — full decomposition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steady_state_response_curve(artifact, channel, spend_grid) -&gt; np.ndarray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steady_adstock = spend / (1 - lambda)  — "if spent every week forever"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channel_roi_summary(contrib_df, channel_cols, last_n_weeks) -&gt; DataFrame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4069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Streamlit app (dashboard/app.py) and the chatbot (dashboard/chatbot.py) import from this one module — every number shown in any tab traces back to the same computation, never re-derived a second way.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70916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858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data_bridge function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/ Channel 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per_channel_weekly_contribution, channel_roi_summary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Diminishing Returns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steady_state_response_curve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Recommendation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src/optimization/budget_optimizer.optimize_budget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&amp; Stability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run_history (raw), reports['drift'], reports['cv']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Presentation Layer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PRESENTATION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spendlens-web/ — static HTML/CSS/JS build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691640"/>
          </a:xfrm>
          <a:prstGeom prst="roundRect">
            <a:avLst>
              <a:gd name="adj" fmla="val 3243"/>
            </a:avLst>
          </a:prstGeom>
          <a:solidFill>
            <a:srgbClr val="0D1117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step (Python → JS, one-time per retrain)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"... json.dump(payload) ..." &gt; spendlens-web/js/data.js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payload = { weekly[], contrib[], roi_4wk[], model{lambdas,k,s,raw_coefs},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response_curves{}, cv_report, recovery_report,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drift_report, optimizer_report, run_history[] }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2900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js/data.js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export of every number the console displays — no backend calls at 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js/console.js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optimizeBudget() — marginal-utility water-filling, mirrors budget_optimizer.py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js/chatbot.js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retrieveContext() + templateAnswer(), optional Groq LLM call (phrasing 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js/aperture.js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SVG icon generator (brand visual motif)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5486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all three pages (index/console/eda .html) were smoke-tested headlessly via jsdom — zero runtime exceptions across the full init sequence, including live values (revenue, ROI, drift alerts) rendered correctly.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Presentation Layer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&amp; future work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474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Adstock identifiability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TV/OOH λ: 0.70 true vs 0.18 fitted — slow decay hard to pin down at n=130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weeks of data; tighter priors on slow-decay channels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random sampling, 150 iterations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Optuna TPE sampler for sample-efficient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 uncertainty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SLSQP returns a point estimate, no 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or Bayesian interval around recommendation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weekly_retrain.py uses a simplified proxy generator for demo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to a real scheduler (GitHub Actions/Airflow) + real data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volatility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trend-dominated CV folds → occasionally negative 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MAPE as primary; R² as secondary diagnostic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Appendix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File-by-file quick reference</a:t>
            </a:r>
            <a:endParaRPr lang="en-US" sz="2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468880"/>
                <a:gridCol w="2651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src/data/preprocess.py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preprocess(config)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CSV, calendar 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 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src/models/train_model.py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run_search(config)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 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.joblib, cv_report.json, run_history.json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src/models/evaluate.py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run_evaluation(config)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.joblib, ground_truth.json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recovery_report.json, holdout_diagnostics.json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src/monitoring/drift_check.py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check_drift(config)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run_history.json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drift_report.json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src/optimization/budget_optimizer.py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optimize_budget(artifact, config)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.joblib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optimizer_report.json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scripts/weekly_retrain.py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7C0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the above, in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SpendLens · Technical Documentation  ·  Appendix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2026-07-18T13:46:05Z</dcterms:created>
  <dcterms:modified xsi:type="dcterms:W3CDTF">2026-07-18T13:46:05Z</dcterms:modified>
</cp:coreProperties>
</file>